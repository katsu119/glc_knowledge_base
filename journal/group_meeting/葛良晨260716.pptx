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葛良晨</a:t>
            </a:r>
            <a:r>
              <a:rPr lang="en-US" altLang="zh-CN"/>
              <a:t> 2026-7-16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94005" y="3746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内网</a:t>
            </a:r>
            <a:r>
              <a:rPr lang="en-US" altLang="zh-CN"/>
              <a:t>AI LLM</a:t>
            </a:r>
            <a:r>
              <a:rPr lang="zh-CN" altLang="en-US"/>
              <a:t>部署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53770" y="1402715"/>
            <a:ext cx="60731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 </a:t>
            </a:r>
            <a:r>
              <a:rPr lang="zh-CN" altLang="en-US"/>
              <a:t>完成系统重装</a:t>
            </a:r>
            <a:r>
              <a:rPr lang="en-US" altLang="zh-CN"/>
              <a:t> Ubuntu 26</a:t>
            </a:r>
            <a:r>
              <a:rPr lang="zh-CN" altLang="en-US"/>
              <a:t>以及</a:t>
            </a:r>
            <a:r>
              <a:rPr lang="en-US" altLang="zh-CN"/>
              <a:t>Nvidia </a:t>
            </a:r>
            <a:r>
              <a:rPr lang="zh-CN" altLang="en-US"/>
              <a:t>显卡驱动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安装推理引擎</a:t>
            </a:r>
            <a:r>
              <a:rPr lang="en-US" altLang="zh-CN"/>
              <a:t>vLLM</a:t>
            </a:r>
            <a:r>
              <a:rPr lang="zh-CN" altLang="en-US"/>
              <a:t>和</a:t>
            </a:r>
            <a:r>
              <a:rPr lang="en-US" altLang="zh-CN"/>
              <a:t>SGLang</a:t>
            </a:r>
            <a:r>
              <a:rPr lang="zh-CN" altLang="en-US"/>
              <a:t>的</a:t>
            </a:r>
            <a:r>
              <a:rPr lang="en-US" altLang="zh-CN"/>
              <a:t>Docker </a:t>
            </a:r>
            <a:r>
              <a:rPr lang="zh-CN" altLang="en-US"/>
              <a:t>镜像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导入数个</a:t>
            </a:r>
            <a:r>
              <a:rPr lang="zh-CN" altLang="en-US"/>
              <a:t>模型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255" y="2324735"/>
            <a:ext cx="4264025" cy="17392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902450" y="140271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推理引擎初始化报错</a:t>
            </a:r>
            <a:r>
              <a:rPr lang="en-US" altLang="zh-CN"/>
              <a:t>，</a:t>
            </a:r>
            <a:r>
              <a:rPr lang="zh-CN" altLang="en-US"/>
              <a:t>提示与</a:t>
            </a:r>
            <a:r>
              <a:rPr lang="en-US" altLang="zh-CN"/>
              <a:t>cuda</a:t>
            </a:r>
            <a:r>
              <a:rPr lang="zh-CN" altLang="en-US"/>
              <a:t>相关错误</a:t>
            </a:r>
            <a:r>
              <a:rPr lang="en-US" altLang="zh-CN"/>
              <a:t>。</a:t>
            </a:r>
            <a:r>
              <a:rPr lang="zh-CN" altLang="en-US"/>
              <a:t>可能是</a:t>
            </a:r>
            <a:r>
              <a:rPr lang="en-US" altLang="zh-CN"/>
              <a:t>cuda</a:t>
            </a:r>
            <a:r>
              <a:rPr lang="zh-CN" altLang="en-US"/>
              <a:t>和版本</a:t>
            </a:r>
            <a:r>
              <a:rPr lang="zh-CN" altLang="en-US"/>
              <a:t>不正确</a:t>
            </a:r>
            <a:endParaRPr lang="zh-CN" altLang="en-US"/>
          </a:p>
        </p:txBody>
      </p:sp>
      <p:pic>
        <p:nvPicPr>
          <p:cNvPr id="11" name="图片 10" descr="875a38c0b5356abd8675d887cd9df8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3576955"/>
            <a:ext cx="6880225" cy="32810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659245" y="3244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Windows+vLLM</a:t>
            </a:r>
            <a:r>
              <a:rPr lang="zh-CN" altLang="en-US"/>
              <a:t>部署成功案例</a:t>
            </a:r>
            <a:r>
              <a:rPr lang="zh-CN" altLang="en-US"/>
              <a:t>⬇️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葛良晨</a:t>
            </a:r>
            <a:r>
              <a:rPr lang="en-US" altLang="zh-CN"/>
              <a:t> 2026-7-16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94005" y="3746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行为模型</a:t>
            </a:r>
            <a:r>
              <a:rPr lang="zh-CN" altLang="en-US"/>
              <a:t>搭建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774440" y="834390"/>
            <a:ext cx="1430020" cy="730250"/>
          </a:xfrm>
          <a:prstGeom prst="roundRect">
            <a:avLst/>
          </a:prstGeom>
        </p:spPr>
        <p:style>
          <a:lnRef idx="0">
            <a:srgbClr val="FFFFFF"/>
          </a:lnRef>
          <a:fillRef idx="3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CLK </a:t>
            </a:r>
            <a:r>
              <a:rPr lang="en-US" altLang="zh-CN"/>
              <a:t>Gen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1055370" y="2410460"/>
            <a:ext cx="143002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ADC</a:t>
            </a:r>
            <a:endParaRPr lang="en-US" altLang="zh-CN"/>
          </a:p>
        </p:txBody>
      </p:sp>
      <p:sp>
        <p:nvSpPr>
          <p:cNvPr id="9" name="圆角矩形 8"/>
          <p:cNvSpPr/>
          <p:nvPr/>
        </p:nvSpPr>
        <p:spPr>
          <a:xfrm>
            <a:off x="2756535" y="2410460"/>
            <a:ext cx="1572260" cy="73025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Dig.&amp;Calib.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4663440" y="2410460"/>
            <a:ext cx="1315720" cy="73025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204C</a:t>
            </a:r>
            <a:endParaRPr lang="en-US" altLang="zh-CN"/>
          </a:p>
        </p:txBody>
      </p:sp>
      <p:sp>
        <p:nvSpPr>
          <p:cNvPr id="11" name="圆角矩形 10"/>
          <p:cNvSpPr/>
          <p:nvPr/>
        </p:nvSpPr>
        <p:spPr>
          <a:xfrm>
            <a:off x="6313805" y="2410460"/>
            <a:ext cx="131572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TX</a:t>
            </a:r>
            <a:endParaRPr lang="en-US" altLang="zh-CN"/>
          </a:p>
        </p:txBody>
      </p:sp>
      <p:sp>
        <p:nvSpPr>
          <p:cNvPr id="12" name="圆角矩形 11"/>
          <p:cNvSpPr/>
          <p:nvPr/>
        </p:nvSpPr>
        <p:spPr>
          <a:xfrm>
            <a:off x="6313805" y="1457960"/>
            <a:ext cx="131572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PLL</a:t>
            </a:r>
            <a:endParaRPr lang="en-US" altLang="zh-CN"/>
          </a:p>
        </p:txBody>
      </p:sp>
      <p:sp>
        <p:nvSpPr>
          <p:cNvPr id="14" name="圆角矩形 13"/>
          <p:cNvSpPr/>
          <p:nvPr/>
        </p:nvSpPr>
        <p:spPr>
          <a:xfrm>
            <a:off x="6760210" y="438150"/>
            <a:ext cx="760095" cy="2159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7520305" y="374650"/>
            <a:ext cx="1429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数字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6760210" y="843915"/>
            <a:ext cx="760095" cy="216535"/>
          </a:xfrm>
          <a:prstGeom prst="roundRect">
            <a:avLst/>
          </a:prstGeom>
        </p:spPr>
        <p:style>
          <a:lnRef idx="0">
            <a:srgbClr val="FFFFFF"/>
          </a:lnRef>
          <a:fillRef idx="3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9017635" y="2058670"/>
            <a:ext cx="3112770" cy="1616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Sensor:	</a:t>
            </a:r>
            <a:r>
              <a:rPr lang="zh-CN" altLang="en-US"/>
              <a:t>曹建鹏</a:t>
            </a:r>
            <a:endParaRPr lang="zh-CN" altLang="en-US"/>
          </a:p>
          <a:p>
            <a:r>
              <a:rPr lang="en-US" altLang="zh-CN"/>
              <a:t>ADC:	</a:t>
            </a:r>
            <a:r>
              <a:rPr lang="zh-CN" altLang="en-US">
                <a:sym typeface="+mn-ea"/>
              </a:rPr>
              <a:t>胡嘉莹</a:t>
            </a:r>
            <a:endParaRPr lang="en-US" altLang="zh-CN"/>
          </a:p>
          <a:p>
            <a:r>
              <a:rPr lang="en-US" altLang="zh-CN"/>
              <a:t>PLL:	</a:t>
            </a:r>
            <a:r>
              <a:rPr lang="zh-CN" altLang="en-US"/>
              <a:t>何雨龙</a:t>
            </a:r>
            <a:endParaRPr lang="zh-CN" altLang="en-US"/>
          </a:p>
          <a:p>
            <a:r>
              <a:rPr lang="en-US" altLang="zh-CN"/>
              <a:t>TX:	</a:t>
            </a:r>
            <a:r>
              <a:rPr lang="zh-CN" altLang="en-US"/>
              <a:t>方志毓</a:t>
            </a:r>
            <a:endParaRPr lang="zh-CN" altLang="en-US"/>
          </a:p>
          <a:p>
            <a:r>
              <a:rPr lang="en-US" altLang="zh-CN"/>
              <a:t>SPI:	</a:t>
            </a:r>
            <a:r>
              <a:rPr lang="zh-CN" altLang="en-US"/>
              <a:t>葛良晨</a:t>
            </a:r>
            <a:endParaRPr lang="zh-CN" altLang="en-US"/>
          </a:p>
          <a:p>
            <a:r>
              <a:rPr lang="zh-CN" altLang="en-US"/>
              <a:t>数字校准&amp;204:</a:t>
            </a:r>
            <a:r>
              <a:rPr lang="en-US" altLang="zh-CN"/>
              <a:t>	</a:t>
            </a:r>
            <a:r>
              <a:rPr lang="zh-CN" altLang="en-US"/>
              <a:t>蒋子昀</a:t>
            </a: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3429000"/>
            <a:ext cx="5163185" cy="32956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WPS 文字</Application>
  <PresentationFormat>宽屏</PresentationFormat>
  <Paragraphs>37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Apple Color Emoji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良辰</cp:lastModifiedBy>
  <cp:revision>164</cp:revision>
  <dcterms:created xsi:type="dcterms:W3CDTF">2026-07-16T07:41:24Z</dcterms:created>
  <dcterms:modified xsi:type="dcterms:W3CDTF">2026-07-16T07:41:24Z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3DCEE7F4EF2B3DA0CD76586AE730045F_41</vt:lpwstr>
  </property>
</Properties>
</file>