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AI 互联接口综合研究报告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CF0"/>
                </a:solidFill>
                <a:latin typeface="Microsoft YaHei"/>
              </a:rPr>
              <a:t>竞品分析 · 技术路线 · CXL 内存解耦 · 交换芯片 · 市场定位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>汇报人：葛良晨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Microsoft YaHei"/>
              </a:rPr>
              <a:t>2026年06月23日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539F"/>
                </a:solidFill>
                <a:latin typeface="Microsoft YaHei"/>
              </a:rPr>
              <a:t>汇报大纲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234440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Microsoft YaHei"/>
              </a:rPr>
              <a:t>调研背景与动机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673352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27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Microsoft YaHei"/>
              </a:rPr>
              <a:t>结构性瓶颈与 Fabless 切入方向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112264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665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Microsoft YaHei"/>
              </a:rPr>
              <a:t>CXL 协议与内存解耦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51176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05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Microsoft YaHei"/>
              </a:rPr>
              <a:t>CXL 产品与生态 (Rambus / 澜起 / Marvell / XConn)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1234440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Microsoft YaHei"/>
              </a:rPr>
              <a:t>物理层：Retimer 与 Smart Cable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1673352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627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Microsoft YaHei"/>
              </a:rPr>
              <a:t>交换芯片：市场格局与国产突破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2112264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665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Microsoft YaHei"/>
              </a:rPr>
              <a:t>竞争格局与全产品线评估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551176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05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Microsoft YaHei"/>
              </a:rPr>
              <a:t>供应链、生态与总结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调研背景与动机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研究背景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AI 大模型训练/推理对互联带宽的需求呈指数级增长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PCIe 6.0 (64 GT/s) 与 CXL 3.x 成为下一代互连标准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GPU 峰值算力增速远超内存带宽与互联带宽增速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国产替代浪潮下，国内厂商加速布局 Retimer / Switch / CXL 芯片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Microsoft YaHei"/>
              </a:rPr>
              <a:t>核心问题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  • 数据传输能力不足导致计算单元有效利用率下降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  • 系统瓶颈已从「计算受限」转向 Memory Wall / IO Wall / Power Wall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  • 各细分赛道的技术壁垒与市场格局如何？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  • 国产厂商的竞争定位与差异化优势在哪？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49240"/>
            <a:ext cx="10515600" cy="777240"/>
          </a:xfrm>
          <a:prstGeom prst="rect">
            <a:avLst/>
          </a:prstGeom>
          <a:solidFill>
            <a:srgbClr val="FADCDC"/>
          </a:solidFill>
          <a:ln w="12700">
            <a:solidFill>
              <a:srgbClr val="C6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262E"/>
                </a:solidFill>
                <a:latin typeface="Microsoft YaHei"/>
              </a:rPr>
              <a:t>⚠ AI 集群规模从千卡向万卡演进，互联瓶颈成为系统性能的关键制约因素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结构性瓶颈与 Fabless 切入方向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结构性瓶颈与 Fabless 团队的进入空间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FA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262E"/>
                </a:solidFill>
                <a:latin typeface="Microsoft YaHei"/>
              </a:rPr>
              <a:t>🔧 基本判断：数据移动开销已超过计算开销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GPU 峰值算力增速远超内存带宽与互联带宽增速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系统瓶颈已从「计算受限」转向多维瓶颈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Memory Wall / IO Wall / Power Wall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Thermal Wall / Network Congestion / Rack-Level Sync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这些瓶颈领域高度碎片化，大型厂商缺乏优先投入动力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GPU 厂商关注毛利率更高的计算芯片，不愿深入 PHY 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🌐 约束条件：避免与 NVIDIA 软件生态直接竞争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不涉足 AI GPU / 大模型训练芯片 / 通用推理 ASIC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NVIDIA 的竞争壁垒不仅是硬件，更是整个生态：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  CUDA + NCCL + TensorRT + PyTorch 集成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  云平台适配 + 供应链控制的整体体系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Fabless 团队应聚焦 NVIDIA 生态覆盖不到的细分瓶颈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技术方向选择应从 Hyperscaler 的核心瓶颈出发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五个技术方向总览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方向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技术逻辑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大型厂商投入不足原因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核心壁垒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Retimer / Smart Cable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6/7 PAM4 信号衰减严重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毛利率偏低、PHY 层定位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SI Validation + 系统兼容性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CXL Memory 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推理场景显存容量不足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CXL 软件生态尚未成熟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软件栈 + NUMA 调度优化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Optical 控制 ASIC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铜互联接近物理极限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难点在 Mixed Signal + DSP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PHY calibration + 研发周期长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Telemetry 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集群可观测性不足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硬件-系统软件交叉领域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需与云厂商深度联调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Power / VRM 控制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单机架功耗 200-300kW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传统 PMIC 未针对 AI 优化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rack-level 系统理解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3649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Microsoft YaHei"/>
              </a:rPr>
              <a:t>方向优先级: ① AI Retimer / Smart Cable &gt; ② AI Infra Telemetry &gt; ③ 专用 CXL Controller &gt; ④ Optical ASIC &gt; ⑤ Power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CXL 协议与内存解耦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CXL：让内存「飞出」主板的开放标准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📡 CXL 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Intel 牵头，AMD/ARM/NVIDIA/Google/Microsoft 共同支持的开放式互联标准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底层构建在 PCIe 5.0/6.0 物理通道之上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支持 CXL 的设备直接插在标准 PCIe 插槽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核心创新：引入内存语义和缓存一致性协议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CPU/GPU/加速器像访问本地内存一样直接访问彼此内存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告别传统 PCIe 设备的多次数据拷贝 → 延迟大幅降低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Microsoft YaHei"/>
              </a:rPr>
              <a:t>⚡ 解决的终极问题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内存解耦：内存不再被「锁死」在主板 DIMM 插槽上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可以「飞」到机架任何位置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让多台服务器共享同一片物理内存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传统架构：CPU → DDR 本地总线，插满即止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CXL 架构：CPU → PCIe/CXL → CXL 内存设备 → DDR × 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CXL.mem vs RDMA：数据通路的本质差异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FA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262E"/>
                </a:solidFill>
                <a:latin typeface="Microsoft YaHei"/>
              </a:rPr>
              <a:t>📦 RDMA：消息传递语义 (Message-based)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CPU → 内存 → 组装网络包 → NIC 网卡处理 QP &amp; Doorbell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→ 交换机 → NIC → 拆包 → 内存 → CPU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延迟：1~5 μs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多级拷贝 + 协议栈开销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Microsoft YaHei"/>
              </a:rPr>
              <a:t>⚡ CXL.mem：Load/Store 内存语义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CPU 执行 Load/Store 指令 → Cache Miss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Home Agent → CXL Root Complex 路由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→ CXL.mem Flit 硬件封装 (64B 缓存行)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→ CXL Switch 硬件路由转发 → Type-3 设备执行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→ 数据原路返回 CPU Cache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延迟：100~300 ns — 零网卡、零拆包、零协议栈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Leo：让 CXL 落地的智能内存控制器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Microsoft YaHei"/>
              </a:rPr>
              <a:t>Leo 是什么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Astera Labs 专为 CXL 标准研发的智能内存控制器芯片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一端通过 CXL 协议接 PCIe 插槽，另一端接成排普通 DDR 内存条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CPU「误以为」远端内存就是原生本地内存 → 超级转接头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Microsoft YaHei"/>
              </a:rPr>
              <a:t>痛点一：内存容量瓶颈 → E-Series 内存扩展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LLM 推理/训练不缺算力，缺内存；模型参数动辄几百 GB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Leo 让服务器通过 PCIe 插槽继续加内存，单台容量翻倍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Microsoft YaHei"/>
              </a:rPr>
              <a:t>痛点二：内存闲置孤岛 → P-Series 内存池化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Server A (AI任务内存爆满) + Server B (70%闲置) → CXL 共享内存池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按需划出，用完收回 → 消除 Stranded Memory，大幅降低 TCO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CXL 内存池化：业界代表案例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厂商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产品/方案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物理实现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数据通路关键点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Astera Labs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Leo CXL 内存控制器 + Aries Retimer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AEC 线缆 + E3.S 内存扩展模块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Retimer CDR 恢复 PAM4 信号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Samsung/SK Hynix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CMM-D / CXL 内存模块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E3.S 热插拔 + 自研 CXL 控制器 + DDR5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CXL Flit 直接译为 DDR5 RAS/CAS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UnifabriX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CXL 3.0 Smart Memory Node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2U 独立硬件 + CXL Switch + 大容量内存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Switch 硬件路由 + Fabric Manager 动态重分配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Ayar Labs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TeraPHY 光学 I/O 芯粒 (CPO)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硅光 Chiplet 与 CPU/Switch 同基板封装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电信号 → 毫米内转光 → 单模光纤跨 50m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阿里云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磐久 CXL + LPO 直驱光模块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LPO 去 DSP 光模块 + 自研 CXL 控制器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CXL 时钟直接驱动光器件，省 DSP 延迟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3649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Microsoft YaHei"/>
              </a:rPr>
              <a:t>层级划分: 机架内(铜): Astera/Samsung/SK Hynix 已量产 | 系统级池化: UnifabriX | 跨机柜(光): Ayar/阿里云指明终局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CXL 产品与生态 (Rambus / 澜起 / Marvell / XConn)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Rambus CXL 3.1 Controller IP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PHY：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PCIe 6.1 64 GT/s，Rambus 自研或用户自定义 PIPE 兼容 SerDes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协议：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CXL 3.1 完整支持 (CXL.io / CXL.mem / CXL.cache)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特点：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IP 核支持参数化配置，灵活适配不同应用场景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验证：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提供基于兼容 FPGA SerDes 的参考设计，便于快速 FPGA 原型验证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188720"/>
            <a:ext cx="3657600" cy="3200400"/>
          </a:xfrm>
          <a:prstGeom prst="rect">
            <a:avLst/>
          </a:prstGeom>
          <a:solidFill>
            <a:srgbClr val="DCEBFA"/>
          </a:solidFill>
          <a:ln w="19050">
            <a:solidFill>
              <a:srgbClr val="005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💡 核心亮点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完整 CXL 3.1 IP 解决方案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参数化配置 + FPGA 快速原型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降低芯片设计门槛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澜起 M88MX6852 — CXL 3.2 Type 3 内存扩展控制器 (MXC)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协议：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CXL 1.1 / 2.0 / 3.2，支持 CXL.mem 和 CXL.io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速率：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PCIe 6.2 物理层，最高 64 GT/s (x8)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内存：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DDR5 最高 DDR5-8000，支持 UDIMM / RDIMM / On-board DRAM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集成：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内置 CXL 控制器 + DDR 控制器 + RISC-V 微处理器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RAS：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丰富的 RAS 功能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封装：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1211-ball FCBGA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188720"/>
            <a:ext cx="3657600" cy="3200400"/>
          </a:xfrm>
          <a:prstGeom prst="rect">
            <a:avLst/>
          </a:prstGeom>
          <a:solidFill>
            <a:srgbClr val="DCEBFA"/>
          </a:solidFill>
          <a:ln w="19050">
            <a:solidFill>
              <a:srgbClr val="005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💡 核心亮点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全球首款 MXC 芯片，CXL 3.1 送样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部分节点全球领跑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内存池化 + KV Cache pooling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RISC-V 内置处理器灵活管理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4663440"/>
            <a:ext cx="3657600" cy="1280160"/>
          </a:xfrm>
          <a:prstGeom prst="rect">
            <a:avLst/>
          </a:prstGeom>
          <a:solidFill>
            <a:srgbClr val="FADCDC"/>
          </a:solidFill>
          <a:ln w="12700">
            <a:solidFill>
              <a:srgbClr val="C6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62E"/>
                </a:solidFill>
                <a:latin typeface="Microsoft YaHei"/>
              </a:rPr>
              <a:t>应用场景: 内存 AIC 扩展卡、EDSFF 内存模组、内存数据库、云基础设施、AI/ML 负载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Marvell Structera CXL 产品线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🔧 Structera A — 近存加速器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目标: 高带宽应用 (DLRM / ML / AI)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PCIe 5.0 / CXL 2.0 x16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4 通道 DDR5 6400 MT/s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16× Arm Neoverse V2 @ 3.2 GHz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带宽 200 GB/s，容量至 4 TB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5nm 制程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📦 Structera X — 内存扩展控制器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目标: 高容量应用 (内存数据库等)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PCIe 5.0 / CXL 2.0 1x16 或 2x8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X2404: 4 通道 DDR4 3200, 12 条 DIMM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X2504: 4 通道 DDR5 6400 MT/s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支持双 CPU 同时访问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内联 LZ4 压缩 + AES-XTS 256 加密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XConn Technologies — CXL / PCIe 交换机芯片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XC50256 CXL 2.0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世界首款 CXL 2.0 / PCIe Gen 5.0 交换机芯片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完全兼容 CXL 2.0/1.1 与 PCIe Gen 5.0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支持 CXL.io / CXL.mem / CXL.cache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CXL Fabric Manager + MLD + 多虚拟交换机 (VCS)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总计 32 端口 (含 Bifurcation)，256 Lane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交换容量 2,048 GB/s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业内最低端口到端口延迟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完整 RAS: ECC/Parity, DPC, Hot-Plug, Data Poisoning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Microsoft YaHei"/>
              </a:rPr>
              <a:t>XC51256 PCIe Gen 5.0 Switch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纯 PCIe 交换机芯片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业内最低延迟 + 业界最大 Lane 数: 256 Lane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x8/x16 端口 Bifurcation，最多 32 端口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虚拟交换机 + 非透明桥 (NTB) + 多主机 IO 共享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Hot-Plug / Hot-Add / Hot-Remove / Surprise-Plug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内嵌逻辑分析仪 (ELA) + Debug GUI 诊断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接口: I2C, SPI, UART, GPIO, JTAG, SRIS/SRNS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物理层：Retimer 与 Smart Cable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澜起科技 M88RT61632 — 核心规格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通道数：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16 通道 PCIe 6.x / CXL 3.x Retimer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最大速率：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64 GT/s（自研 PAM4 SerDes）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链路预算：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高达 43 dB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封装：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354-ball FCCSP 业界主流封装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分叉模式：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1×16, 2×8, 4×4, 最多 8×2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兼容性：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向下兼容 64/32/16/8/5/2.5 GT/s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低功耗：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L0P / L1PM 低功耗模式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管理接口：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SMBus / I3C 管理 + SPI/EEPROM 固件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188720"/>
            <a:ext cx="3657600" cy="3200400"/>
          </a:xfrm>
          <a:prstGeom prst="rect">
            <a:avLst/>
          </a:prstGeom>
          <a:solidFill>
            <a:srgbClr val="DCEBFA"/>
          </a:solidFill>
          <a:ln w="19050">
            <a:solidFill>
              <a:srgbClr val="005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💡 核心亮点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全球第 2 家推出 PCIe 6.0 Retimer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自研 64 GT/s PAM4 SerDes IP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链路预算 43 dB 反超 Astera (~36 dB)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2025 年营收 54.56 亿元 (+49.9% YoY)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澜起 Retimer 产品线全貌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产品代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关键指标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市场地位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4.0 Retimer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已量产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进入较晚，份额较小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5.0 / CXL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已量产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32 GT/s，出货超百万颗(2024)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全球第2，市占率~10.9%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6.x / CXL 3.x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送样中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M88RT61632, 64 GT/s, 43 dB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全球第2家推出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7.0 Retimer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研发中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128 GT/s 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与 Astera 同步研发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Switch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研发中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国内空白填补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以太网 PHY Retimer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研发中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新赛道布局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71246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Microsoft YaHei"/>
              </a:rPr>
              <a:t>📌 核心壁垒: 自研 64 GT/s PAM4 SerDes IP — 国内极少数掌握该核心技术的厂商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代表产品对比：澜起 vs Astera Labs vs 谱瑞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澜起 M88RT61632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Astera Aries (PCIe 6)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谱瑞 PS8926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速率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64 GT/s PAM4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64 GT/s PAM4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32 GT/s (PCIe 5.0)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通道数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链路预算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高达 43 dB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~36 dB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~36 dB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协议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6.x / CXL 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6.x / CXL 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5.0 / CXL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SerDes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自研 PAM4 IP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自研 DSP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自研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送样时间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2025.01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2024 (业界首家)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已量产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软件生态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GUI + SDK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COSMOS 遥测套件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基础工具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0599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Microsoft YaHei"/>
              </a:rPr>
              <a:t>📌 关键差距：Astera 先发 ~10 个月，COSMOS 软件生态构成最大护城河；澜起在链路预算 (43 dB) 上反超。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AEC 产业链格局与速率演进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Microsoft YaHei"/>
              </a:rPr>
              <a:t>产业链双层结构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互连与线缆方案大厂: Credo (AEC先驱，主导HiWire联盟)、Amphenol/Molex (全球巨头)、FS/Approved Networks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核心芯片供应商: Marvell/Broadcom (网络芯片双雄)、Astera Labs/Point2 (专注高速互连信号调理)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Microsoft YaHei"/>
              </a:rPr>
              <a:t>AEC vs DAC vs AOC 核心区别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DAC (无源): 极低成本，但 800G 时距离压缩至 2.5m 内，无法跨机柜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AEC (有源): 两端内嵌 Retimer 芯片 (CDR + 均衡)，功耗 6~12W，距离延伸至 7m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AOC (有源光缆): 距离最长 (&gt;100m)，成本最高，功耗最大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Microsoft YaHei"/>
              </a:rPr>
              <a:t>速率演进: 400G (56G PAM4, 7m) → 800G (112G PAM4, 5~7m) → 1.6T (224G PAM4, 2.5~3m)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49240"/>
            <a:ext cx="10515600" cy="777240"/>
          </a:xfrm>
          <a:prstGeom prst="rect">
            <a:avLst/>
          </a:prstGeom>
          <a:solidFill>
            <a:srgbClr val="FADCDC"/>
          </a:solidFill>
          <a:ln w="12700">
            <a:solidFill>
              <a:srgbClr val="C6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262E"/>
                </a:solidFill>
                <a:latin typeface="Microsoft YaHei"/>
              </a:rPr>
              <a:t>⚠ AEC 填补了短距铜缆 (DAC) 与长距光纤 (AOC) 之间的关键空白 — 400G/800G 已大规模商用，1.6T 进入量产初期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Astera Labs Aries Smart Cable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🔧 产品定义与定位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Aries Retimer IC + 外围组件集成于 paddle card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嵌入 AEC 线缆两端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支持直连电缆 (Straight) 和扇出电缆 (Breakout)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PCIe 5.0: 最远 7 米；PCIe 6.x: 最远 6 米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支持 64/32/8/5/2.5 GT/s，自动链路均衡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灵活分叉：1×16, 2×8, 4×4, 8×2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Microsoft YaHei"/>
              </a:rPr>
              <a:t>⚡ 高级特性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自动方向检测：对称电缆设计，即插即用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自动极性校正 + Lane Reversal 支持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支持热插拔 (Hot Plug / Hot Un-plug)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接收端 Lane Margining (时序 + 电压)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协议层 Loopback + PRBS 生成/检查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不停机固件升级 (Non-disruptive FW Update)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COSMOS 遥测套件：实时监控眼图张开度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Astera Labs Taurus — 以太网 AEC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Microsoft YaHei"/>
              </a:rPr>
              <a:t>产品定义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面向以太网 Scale-Out 场景的有源铜缆模块 (ACC)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集成于 QSFP-DD / QSFP-DD800 / OSFP 标准接口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替代粗重无源 DAC 和高成本 AOC，填充 3m 内成本最优区间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支持 200G / 400G / 800G 三代速率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Microsoft YaHei"/>
              </a:rPr>
              <a:t>物理性能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线速率：100G PAM4 / 50G PAM4 / 25G NRZ；最远 3 米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端到端延迟 &lt; 100 ns；功耗比 AOC 低高达 50%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Microsoft YaHei"/>
              </a:rPr>
              <a:t>高级特性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每通道独立控制；深度线缆诊断 (眼图 + PRBS + loopback)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安全固件加载 + 不停机固件升级；符合 CMIS 通用管理接口规范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Credo Semiconductor：全栈互联方案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产品线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代表产品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核心指标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Blue Heron Retimer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224G 多协议 Retimer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3nm, UALink/ESUN/Ethernet, 40+ dB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2026.01 送样, CQ3 量产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ZeroFlap AEC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有源电缆 (100G~1.6T)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市占率 ~88%, 7m, 功耗降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已量产, PCIe 6 AEC 送样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Cardinal DSP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1.6T 光学 DSP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3nm, 224G PAM4, EML+硅光驱动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已送样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Gen6 Retimer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PCIe/CXL Retimer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sub 7ns, 11W, 40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设计赢单, FY27 贡献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OmniConnect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112G VSR SerDes / Gearbox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超短距, 低功耗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FY28 量产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ZeroFlap Optics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800G 光收发模块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PILOT 链路预测, 1000×可靠性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2026.03 推出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71246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Microsoft YaHei"/>
              </a:rPr>
              <a:t>财务: FY2025 $4.37亿 → FY2026E ~$9.85亿 (+125%) | 5大支柱: AEC+Optical DSP+Retimer+SerDes IP+Gearbox | TAM &gt; $100亿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Astera Labs 产品矩阵与国内竞争对标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Astera 产品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核心痛点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国内对标企业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竞争状态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Aries (Retimer)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物理层高速信号衰减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澜起科技、谱瑞 (Parade)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国内头部已量产 PCIe 5.0，研发 6.0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Leo (CXL 内存控制器)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内存容量扩展与池化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澜起科技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全球领跑阵营，CXL 3.1 送样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Scorpio (交换芯片)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多 GPU/节点复杂路由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芯动科技、澜起科技(研发中)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120 通道 PCIe 5.0 交换芯片已落地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Taurus (智能 AEC)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机架内线缆降本降功耗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兆龙互连、瑞可达、澜起科技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400G/800G AEC 制造成熟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Microsoft YaHei"/>
              </a:rPr>
              <a:t>⚠ 客观差距: ① 软件生态护城河 (COSMOS) — 管理数万条链路 | ② 超大规模实战检验 — Astera 在 AWS/微软万卡集群中历经考验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交换芯片：市场格局与国产突破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PCIe Switch：LLM 万卡集群的「超级立交桥」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📊 市场格局：从垄断到国产突围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国际巨头: Broadcom + Microchip 长期垄断中高端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Broadcom 在 AI 服务器占据绝对主导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Astera Labs Scorpio 系列全球领先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国产破局: 2025~2026 成为落地元年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  PCIe 5.0 世代密集突破流片 + 商用部署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Microsoft YaHei"/>
              </a:rPr>
              <a:t>🎯 三大核心应用场景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GPU 高速互联: CPU/GPU/NIC/NVMe 间动态调度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  消除带宽瓶颈，支持 All-Reduce 参数同步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资源池化 (CDI): 物理分区/虚拟化灵活分配资源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对等通信 (NTB): GPU Direct，绕过 CPU 直连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国内代表企业对比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公司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核心产品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进展 (截至 2026)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生态与合作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芯动科技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GX9120: 120 通道 PCIe 5.0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2026.02 首发, 115ns 延迟, 16卡全互联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国产主流服务器适配导入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数渡科技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104 通道 PCIe 5.0 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2026 初批量部署，联通星罗京津冀平台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深度绑定华为昇腾 (910B/950)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井芯微电子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JXW8848 全国产自主 Switch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2025 下半年量产，全链路自主可控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AI 智算中心 + 高安全等级设备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澜起科技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5.0/6.0 Retimer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Retimer 细分赛道全球领先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配合 PCIe Switch 解决信号完整性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Microsoft YaHei"/>
              </a:rPr>
              <a:t>万通发展 2025 下半年斥巨资控股数渡科技 — 资本市场对国产高速互联芯片赛道高度认可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芯动科技 GX9120 — 全球首款 120 通道 PCIe Gen5 Switch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通道/端口：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120 条 PCIe Gen5 通道，30 个可灵活配置端口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速率：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单通道 32 GT/s，全交叉非阻塞交换架构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延迟：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超低延迟 115 ns（纳秒级）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SerDes：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多级 FFE + 自适应 CTLE + 14 级 DFE，36 dB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GPU 互联：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支持 16 卡 GPU 高效率互联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模式：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多主机 / 端到端 / 非透明传输 (NTP)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安全：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安全引擎 + PUF 物理不可克隆密钥 + 软件防火墙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539F"/>
                </a:solidFill>
                <a:latin typeface="Microsoft YaHei"/>
              </a:rPr>
              <a:t>▸ 温度：</a:t>
            </a:r>
            <a:r>
              <a:rPr sz="1200">
                <a:solidFill>
                  <a:srgbClr val="424242"/>
                </a:solidFill>
                <a:latin typeface="Microsoft YaHei"/>
              </a:rPr>
              <a:t>宽温 -40~+105°C, 全链路冗余纠错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188720"/>
            <a:ext cx="3657600" cy="3200400"/>
          </a:xfrm>
          <a:prstGeom prst="rect">
            <a:avLst/>
          </a:prstGeom>
          <a:solidFill>
            <a:srgbClr val="DCEBFA"/>
          </a:solidFill>
          <a:ln w="19050">
            <a:solidFill>
              <a:srgbClr val="005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💡 核心亮点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全球首款 120 通道 PCIe Gen5 Switch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填补国产空白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对标 Broadcom，填补 144/104 市场空白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全自研底层 IP (MAC + SerDes PHY)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424242"/>
                </a:solidFill>
                <a:latin typeface="Microsoft YaHei"/>
              </a:rPr>
              <a:t>✦ 已前瞻布局 PCIe 6.0 / CXL 3.0 Switch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代表产品对比：芯动 vs Astera vs Broadcom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芯动 GX9120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Astera Scorpio P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Broadcom (对标)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通道数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120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32~320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104 / 144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端口数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30 可配置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全矩阵配置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协议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Gen5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5.0 / CXL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Gen5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115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超低延迟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SerDes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14 级 DFE, 36 dB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自研 DSP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自研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安全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PUF + 防火墙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Secure Boot + RoT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特色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NTP 热插拔, 16 GPU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Hypercast, In-Network Compute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0599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Microsoft YaHei"/>
              </a:rPr>
              <a:t>战略意义: 芯动扎根底层 IP 近 20 年，GX9120 打破博通/微芯长期垄断，已前瞻布局 144 通道 PCIe 6.0 / CXL 3.0 Switch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竞争格局与全产品线评估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技术壁垒与市场格局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🔧 硬件壁垒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SerDes IP: 64 GT/s PAM4 高速串行接口设计，国内仅澜起等极少数掌握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信号完整性验证: 43 dB 链路预算下 DSP 均衡/DFE/CDR 综合调优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互操作性认证: 跨 CPU/GPU/SSD/NIC 多厂商兼容性测试矩阵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PCI-SIG 合规: PCIe 6.0 认证流程复杂，周期长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Microsoft YaHei"/>
              </a:rPr>
              <a:t>🌐 生态壁垒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COSMOS 软件: Astera 的遥测/诊断/OTA 套件是真正护城河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客户绑定: Astera 已深度集成 NVIDIA/AWS/Meta 系统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先发时间差: Astera 领先 ~10 个月量产 PCIe 6.0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固件迭代: 大规模部署中的 bug 修复和性能调优需时间积累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全产品线竞争力矩阵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596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/>
                <a:gridCol w="1502228"/>
                <a:gridCol w="1502228"/>
                <a:gridCol w="1502228"/>
                <a:gridCol w="1502228"/>
                <a:gridCol w="1502228"/>
                <a:gridCol w="1502228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产品线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技术成熟度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市场空间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壁垒高度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团队匹配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时机窗口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综合评级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Retimer / Smart Cable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Smart 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B+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CXL 内存控制器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A-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SuperNIC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D2D PHY IP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硅光 / CPO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B+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澜起科技：财务表现与战略定位 (2025 年报)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Microsoft YaHei"/>
              </a:rPr>
              <a:t>2025 年核心财务数据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总营收 54.56 亿元 (+49.9% YoY)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归母净利润 22.36 亿元 (+58.4%)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互连类芯片收入 51.39 亿元 (+53.4%)，占 94.2%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互连芯片毛利率 65.6%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2026E 券商预测营收 75.07 亿 (+37.6%)，2027E 95.62 亿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Microsoft YaHei"/>
              </a:rPr>
              <a:t>战略卡位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国内唯一在 Retimer + CXL MXC + AEC 全面对标 Astera 的厂商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内存接口芯片 (RCD/DB/MRCD/MDB/CKD) 全球市占率 ~45%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「内存互连 + 高速运力」双轮驱动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CXL 3.1 MXC 芯片已送样，部分节点全球领跑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49240"/>
            <a:ext cx="10515600" cy="777240"/>
          </a:xfrm>
          <a:prstGeom prst="rect">
            <a:avLst/>
          </a:prstGeom>
          <a:solidFill>
            <a:srgbClr val="FADCDC"/>
          </a:solidFill>
          <a:ln w="12700">
            <a:solidFill>
              <a:srgbClr val="C6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262E"/>
                </a:solidFill>
                <a:latin typeface="Microsoft YaHei"/>
              </a:rPr>
              <a:t>⚠ 与 Astera 的差距: Astera 2025 收入 $8.525 亿 (+115%)，净利润 $2.19 亿，市值 ~$230 亿。澜起市值 ~2200亿 RMB，Retimer 市占率差距显著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供应链、生态与总结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关键供应链环节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🔧 上游依赖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SerDes IP: 核心壁垒，澜起自研掌握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晶圆代工: 成熟制程 (16/12/7nm)，不依赖最先进节点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封装: FCCSP 业界主流，不依赖 CoWoS 先进封装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测试设备: Keysight/Tektronix/Viavi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  PCIe 6.0 验证复杂度指数上升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🌐 下游客户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云厂商: 国内头部 CSP (阿里/腾讯/字节)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服务器 OEM: 浪潮/新华三/联想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GPU/AI 芯片厂商: 国产 GPU 互联需求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424242"/>
                </a:solidFill>
                <a:latin typeface="Microsoft YaHei"/>
              </a:rPr>
              <a:t>• 线缆/模块厂商: AEC 有源线缆集成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主要并购与融资事件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事件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金额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时间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战略意图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Marvell 收购 XConn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$5.4 亿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混合交换芯片 (Apollo 2)，打造开放 Fabric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Marvell 收购 Celestial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$32.5 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光子 Fabric 技术，挑战 NVLink 生态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Ayar Labs E 轮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$5 亿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2026.03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CPO 光引擎量产，估值 $37.5 亿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Enfabrica C 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$1.15 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SuperNIC ACF-S 芯片，3.2 Tbps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Eliyan 战略融资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$5000 万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标准封装 D2D，AMD/ARM/Samsung 参投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3649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Microsoft YaHei"/>
              </a:rPr>
              <a:t>2026 年 AI 互联领域并购融资空前活跃，Marvell 两笔重大收购合计 ~$38 亿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总结与建议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3474720" cy="3017520"/>
          </a:xfrm>
          <a:prstGeom prst="rect">
            <a:avLst/>
          </a:prstGeom>
          <a:solidFill>
            <a:srgbClr val="DCEBFA"/>
          </a:solidFill>
          <a:ln w="12700">
            <a:solidFill>
              <a:srgbClr val="005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411480" cy="41148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24242"/>
                </a:solidFill>
                <a:latin typeface="Microsoft YaHei"/>
              </a:rPr>
              <a:t>PCIe Retimer 市场呈现双寡头格局：Astera (86%) 与澜起 (10.9%) 合计占 96.9%，国产替代空间巨大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097280"/>
            <a:ext cx="3474720" cy="3017520"/>
          </a:xfrm>
          <a:prstGeom prst="rect">
            <a:avLst/>
          </a:prstGeom>
          <a:solidFill>
            <a:srgbClr val="DCEBFA"/>
          </a:solidFill>
          <a:ln w="12700">
            <a:solidFill>
              <a:srgbClr val="005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39" y="1234440"/>
            <a:ext cx="411480" cy="41148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17830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24242"/>
                </a:solidFill>
                <a:latin typeface="Microsoft YaHei"/>
              </a:rPr>
              <a:t>CXL 内存池化与 AI 集群互联是未来 3-5 年最高确定性增长赛道，澜起在 MXC 领域全球领跑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8" y="1097280"/>
            <a:ext cx="3474720" cy="3017520"/>
          </a:xfrm>
          <a:prstGeom prst="rect">
            <a:avLst/>
          </a:prstGeom>
          <a:solidFill>
            <a:srgbClr val="DCEBFA"/>
          </a:solidFill>
          <a:ln w="12700">
            <a:solidFill>
              <a:srgbClr val="005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8" y="1234440"/>
            <a:ext cx="411480" cy="41148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8" y="17830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24242"/>
                </a:solidFill>
                <a:latin typeface="Microsoft YaHei"/>
              </a:rPr>
              <a:t>交换芯片领域国产破局加速：芯动 GX9120 (120通道) 打破 Broadcom/Microchip 垄断，资本市场高度认可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10972800" cy="1097280"/>
          </a:xfrm>
          <a:prstGeom prst="rect">
            <a:avLst/>
          </a:prstGeom>
          <a:solidFill>
            <a:srgbClr val="F0F5FA"/>
          </a:solidFill>
          <a:ln w="19050">
            <a:solidFill>
              <a:srgbClr val="005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006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Microsoft YaHei"/>
              </a:rPr>
              <a:t>📌 建议重点关注：澜起科技 (Retimer + CXL MXC + AEC 全面布局)、芯动科技 (交换芯片破局者)、以及 Credo/Astera 等海外龙头的技术演进方向。国内短板在软件生态 (COSMOS) 和超大规模实战验证，需持续投入。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谢谢！欢迎提问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4D2F0"/>
                </a:solidFill>
                <a:latin typeface="Microsoft YaHei"/>
              </a:rPr>
              <a:t>葛良晨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6BEDC"/>
                </a:solidFill>
                <a:latin typeface="Microsoft YaHei"/>
              </a:rPr>
              <a:t>2026年06月23日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